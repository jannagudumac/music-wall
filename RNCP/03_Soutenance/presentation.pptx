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D37038-A905-48E8-BA81-C2BBDE24B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fr-FR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710BEA1-8372-45FD-BF1D-8A9DD0EEF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fr-FR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E0422F-0341-464D-84B1-DCB4122A3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DF4F-3E02-4AC5-935D-8C1564FCE1D9}" type="datetimeFigureOut">
              <a:rPr lang="fr-FR" smtClean="0"/>
              <a:t>29/08/2026</a:t>
            </a:fld>
            <a:endParaRPr lang="fr-FR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164F01-32C9-46B6-B05E-83150E8E6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18AE87-678E-4173-9FC2-056FEDE7A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0AAA-660E-4D31-AD26-D59C57713F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2515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4C6AA-07F5-4D89-ABFD-DE7E98827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fr-FR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585945-B5AD-486C-BCC8-5FE2859EF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fr-FR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FBAAF7-D167-4664-B03D-0C71F3293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DF4F-3E02-4AC5-935D-8C1564FCE1D9}" type="datetimeFigureOut">
              <a:rPr lang="fr-FR" smtClean="0"/>
              <a:t>29/08/2026</a:t>
            </a:fld>
            <a:endParaRPr lang="fr-FR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F82197-E3B1-423A-BD0A-86724D4A5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4EDC22-4F78-409F-AAE4-FDAEBFEEF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0AAA-660E-4D31-AD26-D59C57713F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2492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798E49-4E20-41DE-8DB0-83B558FC7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fr-FR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CC67ED-0E69-4511-9D3A-301D2BC7B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DF302E-E19B-48F8-BEAA-8DA76F500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DF4F-3E02-4AC5-935D-8C1564FCE1D9}" type="datetimeFigureOut">
              <a:rPr lang="fr-FR" smtClean="0"/>
              <a:t>29/08/2026</a:t>
            </a:fld>
            <a:endParaRPr lang="fr-FR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E8A009-ADB1-4E2A-8B0B-F472454CE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284333-5C0A-42B6-8988-F91353580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0AAA-660E-4D31-AD26-D59C57713F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9567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292F09-97A1-4C65-B3CC-A713C24F3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fr-FR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446289-C25A-4178-9345-8B4D63A19D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fr-FR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2F2FEEE-FEB5-4EE7-B23B-190FC26A4F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fr-FR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17537F8-7D04-46F8-AA7B-B37AB090B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DF4F-3E02-4AC5-935D-8C1564FCE1D9}" type="datetimeFigureOut">
              <a:rPr lang="fr-FR" smtClean="0"/>
              <a:t>29/08/2026</a:t>
            </a:fld>
            <a:endParaRPr lang="fr-FR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086F5D-E454-4A2D-B106-E577DB650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274F12-C130-4483-9187-2FC5A774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0AAA-660E-4D31-AD26-D59C57713F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4692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AD1001-3434-4828-9475-5C7E90FC8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fr-FR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9EE952-BA0A-4B8C-93E0-8EC59ED6A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5B0E154-A7F0-45A0-9BAC-516B5F4BF1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fr-FR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17CD771-0045-4F6B-972C-716BF85FCB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E110B9E-7581-4C6A-B322-FF227700F6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fr-FR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EAFDEE2-586D-4B0B-BAFB-2C5307F05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DF4F-3E02-4AC5-935D-8C1564FCE1D9}" type="datetimeFigureOut">
              <a:rPr lang="fr-FR" smtClean="0"/>
              <a:t>29/08/2026</a:t>
            </a:fld>
            <a:endParaRPr lang="fr-FR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0C129AB-0AC1-44E2-8634-403A967EE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6656E3B-F6B8-44CF-9FD1-1221C1510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0AAA-660E-4D31-AD26-D59C57713F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1530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A617E1-4749-4F2D-81AF-DF918E20A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fr-FR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13BA191-A782-491C-9D3C-41E111BCC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DF4F-3E02-4AC5-935D-8C1564FCE1D9}" type="datetimeFigureOut">
              <a:rPr lang="fr-FR" smtClean="0"/>
              <a:t>29/08/2026</a:t>
            </a:fld>
            <a:endParaRPr lang="fr-FR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961063D-462C-44FF-948B-11F63413A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D93154F-16AE-4614-A4CF-FEDB8877D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0AAA-660E-4D31-AD26-D59C57713F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513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1C7DA9F-4008-4D00-8BEA-DC7FC6520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DF4F-3E02-4AC5-935D-8C1564FCE1D9}" type="datetimeFigureOut">
              <a:rPr lang="fr-FR" smtClean="0"/>
              <a:t>29/08/2026</a:t>
            </a:fld>
            <a:endParaRPr lang="fr-FR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35F277D-86BE-41EA-A62C-C73F54F21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6A194C5-1CEE-42CC-BC28-0891B835D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0AAA-660E-4D31-AD26-D59C57713F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3750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FE6EC9-60DD-46A0-8175-69C066D2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fr-FR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E98711-9A8A-4548-B6A9-B0C72CE0E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fr-FR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697E6C1-F225-40C8-99A7-7F2431172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61CF3F-0E1A-499D-A728-F27D512D9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DF4F-3E02-4AC5-935D-8C1564FCE1D9}" type="datetimeFigureOut">
              <a:rPr lang="fr-FR" smtClean="0"/>
              <a:t>29/08/2026</a:t>
            </a:fld>
            <a:endParaRPr lang="fr-FR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6EA8E9D-7383-451E-A524-426E9C7E2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C0542D-48CA-406D-83D6-C54432F87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0AAA-660E-4D31-AD26-D59C57713F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3319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CD388B-6572-47B5-AB07-73CB13D5A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fr-FR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13C1D2C-4E28-456E-80D1-965CC2CBB3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F51B372-B830-4595-8BA7-F2F964067F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C005AD-93DF-4718-B410-93FA91A7F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DF4F-3E02-4AC5-935D-8C1564FCE1D9}" type="datetimeFigureOut">
              <a:rPr lang="fr-FR" smtClean="0"/>
              <a:t>29/08/2026</a:t>
            </a:fld>
            <a:endParaRPr lang="fr-FR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6EA7FCC-68D9-43E2-A9C5-F83159872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BAFFA14-F9BB-4CE0-8E9C-DE21BC2C2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0AAA-660E-4D31-AD26-D59C57713F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9346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8474E-809E-4535-9EF4-F6BDAA366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fr-FR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20A4386-710E-4B83-9A42-C9491E01A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fr-FR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41F41C-385D-4D01-9FDD-1A8F96572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DF4F-3E02-4AC5-935D-8C1564FCE1D9}" type="datetimeFigureOut">
              <a:rPr lang="fr-FR" smtClean="0"/>
              <a:t>29/08/2026</a:t>
            </a:fld>
            <a:endParaRPr lang="fr-FR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788DB0-F603-43C3-8D01-28839002F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ED0647-AB1A-487E-8222-AA4F7339B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0AAA-660E-4D31-AD26-D59C57713F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1602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475A82E-9227-4018-A42F-FE3D87BFCF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fr-FR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176734B-0A41-438B-9C45-259AE75B5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fr-FR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082C30-7F60-4410-A621-4B49E6DCA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DF4F-3E02-4AC5-935D-8C1564FCE1D9}" type="datetimeFigureOut">
              <a:rPr lang="fr-FR" smtClean="0"/>
              <a:t>29/08/2026</a:t>
            </a:fld>
            <a:endParaRPr lang="fr-FR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D201D6-3EA4-427D-B874-076CFA36C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16E9F1-7C85-4798-8E10-F9DFDE965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E0AAA-660E-4D31-AD26-D59C57713F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6734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56AC06-7F8B-49B8-AE08-59FA60A0A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fr-FR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31237D-A1B1-43AF-B1F0-C54A1EA40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fr-FR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126C4D-D4D8-4BCE-8290-B011BD9CF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3DF4F-3E02-4AC5-935D-8C1564FCE1D9}" type="datetimeFigureOut">
              <a:rPr lang="fr-FR" smtClean="0"/>
              <a:t>29/08/2026</a:t>
            </a:fld>
            <a:endParaRPr lang="fr-FR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53C741-E473-42E2-AFFA-501E404F16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7FD195-0F51-4681-BC94-5CDA1EC855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DE0AAA-660E-4D31-AD26-D59C57713F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776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C237EE-BAD9-4039-A7A9-0613BA20D706}"/>
              </a:ext>
            </a:extLst>
          </p:cNvPr>
          <p:cNvSpPr txBox="1"/>
          <p:nvPr/>
        </p:nvSpPr>
        <p:spPr>
          <a:xfrm>
            <a:off x="495300" y="419100"/>
            <a:ext cx="571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000" b="1">
                <a:solidFill>
                  <a:srgbClr val="2F8F9D"/>
                </a:solidFill>
                <a:latin typeface="Arial" panose="020B0604020202020204" pitchFamily="34" charset="0"/>
              </a:rPr>
              <a:t>SOUTENANCE RNCP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B7851C-7056-44AB-8596-4FF6BF684F27}"/>
              </a:ext>
            </a:extLst>
          </p:cNvPr>
          <p:cNvSpPr txBox="1"/>
          <p:nvPr/>
        </p:nvSpPr>
        <p:spPr>
          <a:xfrm>
            <a:off x="495300" y="1752600"/>
            <a:ext cx="952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6000" b="1">
                <a:solidFill>
                  <a:srgbClr val="123E48"/>
                </a:solidFill>
                <a:latin typeface="Arial" panose="020B0604020202020204" pitchFamily="34" charset="0"/>
              </a:rPr>
              <a:t>Music Wall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65B340-5551-4124-9722-3E1EFF42126B}"/>
              </a:ext>
            </a:extLst>
          </p:cNvPr>
          <p:cNvSpPr txBox="1"/>
          <p:nvPr/>
        </p:nvSpPr>
        <p:spPr>
          <a:xfrm>
            <a:off x="495300" y="4762500"/>
            <a:ext cx="762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200">
                <a:solidFill>
                  <a:srgbClr val="F56B61"/>
                </a:solidFill>
                <a:latin typeface="Arial" panose="020B0604020202020204" pitchFamily="34" charset="0"/>
              </a:rPr>
              <a:t>Support de présentation — à compléter</a:t>
            </a:r>
          </a:p>
        </p:txBody>
      </p:sp>
    </p:spTree>
    <p:extLst>
      <p:ext uri="{BB962C8B-B14F-4D97-AF65-F5344CB8AC3E}">
        <p14:creationId xmlns:p14="http://schemas.microsoft.com/office/powerpoint/2010/main" val="29533110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Произвольный</PresentationFormat>
  <Paragraphs>3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Janna Gudumac</dc:creator>
  <cp:lastModifiedBy>Janna Gudumac</cp:lastModifiedBy>
  <cp:revision>1</cp:revision>
  <dcterms:created xsi:type="dcterms:W3CDTF">2026-08-29T14:54:10Z</dcterms:created>
  <dcterms:modified xsi:type="dcterms:W3CDTF">2026-08-29T14:54:10Z</dcterms:modified>
</cp:coreProperties>
</file>